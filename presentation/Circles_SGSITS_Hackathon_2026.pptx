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731520"/>
            <a:ext cx="1371600" cy="137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23560" y="960120"/>
            <a:ext cx="914400" cy="9144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8FAFC"/>
                </a:solidFill>
              </a:defRPr>
            </a:pPr>
            <a:r>
              <a:t>Circles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</a:defRPr>
            </a:pPr>
            <a:r>
              <a:t>Redefining Social Connection with Radical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Share what you want, ONLY with who you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754880"/>
            <a:ext cx="3931920" cy="5486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🏆 SGSITS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</a:defRPr>
            </a:pPr>
            <a:r>
              <a:t>The Privacy Paradox 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572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56616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43F5E"/>
                </a:solidFill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3F5E"/>
                </a:solidFill>
              </a:defRPr>
            </a:pPr>
            <a:r>
              <a:t>All-or-Nothing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Current platforms force you to share with everyone or be completely invisible.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56616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43F5E"/>
                </a:solidFill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3F5E"/>
                </a:solidFill>
              </a:defRPr>
            </a:pPr>
            <a:r>
              <a:t>Context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Your boss, grandma, and best friend see the same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6616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43F5E"/>
                </a:solidFill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3F5E"/>
                </a:solidFill>
              </a:defRPr>
            </a:pPr>
            <a:r>
              <a:t>Data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Users have lost control over their digital footprint.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</a:defRPr>
            </a:pPr>
            <a:r>
              <a:t>Introducing Circles 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572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4114800" cy="4114800"/>
          </a:xfrm>
          <a:prstGeom prst="ellipse">
            <a:avLst/>
          </a:prstGeom>
          <a:noFill/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2331720"/>
            <a:ext cx="2743200" cy="2743200"/>
          </a:xfrm>
          <a:prstGeom prst="ellipse">
            <a:avLst/>
          </a:prstGeom>
          <a:noFill/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3017520"/>
            <a:ext cx="1371600" cy="1371600"/>
          </a:xfrm>
          <a:prstGeom prst="ellipse">
            <a:avLst/>
          </a:prstGeom>
          <a:noFill/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51760" y="33832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1828800"/>
            <a:ext cx="621792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0" y="219456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🔒 Inner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Encrypted • Closest friends • Full 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200400"/>
            <a:ext cx="621792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3566160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🛡️ Trusted Circle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Friends &amp; family • Shared memories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572000"/>
            <a:ext cx="621792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4937760"/>
            <a:ext cx="365760" cy="3657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👥 Extended 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Acquaintances • Professional contacts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</a:defRPr>
            </a:pPr>
            <a:r>
              <a:t>Killer Features 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657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82296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Privacy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Gamified metric showing how protected your digital footprint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9496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82296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Lite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90% bandwidth reduction. Perfect for developing regions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39496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822960" cy="8229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🗑️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Right to be Forgotten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One-click delete or export. True data ownership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39496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4297680"/>
            <a:ext cx="82296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</a:defRPr>
            </a:pPr>
            <a:r>
              <a:t>Transparency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5778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Real-time stats on data requests. Nothing to hide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</a:defRPr>
            </a:pPr>
            <a:r>
              <a:t>Live Demo 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743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See Circles in action with our "Neon Glass" aesthetic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83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8FAFC"/>
                </a:solidFill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Google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011680"/>
            <a:ext cx="26517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783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8FAFC"/>
                </a:solidFill>
              </a:defRPr>
            </a:pPr>
            <a:r>
              <a:t>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Create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Inner Circle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6517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1783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8FAFC"/>
                </a:solidFill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Toggle 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90% savings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6517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0" y="1783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8FAFC"/>
                </a:solidFill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Privacy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Check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389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</a:defRPr>
            </a:pPr>
            <a: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Privacy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389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</a:defRPr>
            </a:pPr>
            <a: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Bandwidth Saved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389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Data Sold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</a:defRPr>
            </a:pPr>
            <a:r>
              <a:t>Tech Stack ⚙️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743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Built for Speed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8FAFC"/>
                </a:solidFill>
              </a:defRPr>
            </a:pPr>
            <a:r>
              <a:t>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Lightning-fast 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5176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8FAFC"/>
                </a:solidFill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TailwindCSS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Custom Glassmorphism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65176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8FAFC"/>
                </a:solidFill>
              </a:defRPr>
            </a:pPr>
            <a:r>
              <a:t>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Firebase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Auth &amp; Realtime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65176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8FAFC"/>
                </a:solidFill>
              </a:defRPr>
            </a:pPr>
            <a: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91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Firestore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Security at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</a:defRPr>
            </a:pPr>
            <a:r>
              <a:t>Meet the Minds 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657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4389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25880"/>
            <a:ext cx="1737360" cy="4114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🏆 TEAM LEAD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011680"/>
            <a:ext cx="1371600" cy="13716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Pratham Tagad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Lead Architect &amp; Full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Vision &amp;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2011680"/>
            <a:ext cx="1371600" cy="13716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Karan Sachdev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Frontend &amp; UI/UX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Pixel-perfect interfaces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137160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Madhav Mandhanya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Backend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Data privacy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8FAFC"/>
                </a:solidFill>
              </a:defRPr>
            </a:pPr>
            <a:r>
              <a:t>The Future is Private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Privacy isn't a feature — it's the foundation.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🗳️ Vote for Circles!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Built with ❤️ at SGSITS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23560" y="1325880"/>
            <a:ext cx="914400" cy="9144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</a:defRPr>
            </a:pPr>
            <a:r>
              <a:t>Questions? Let's Connect!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Circles — Where trust meets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