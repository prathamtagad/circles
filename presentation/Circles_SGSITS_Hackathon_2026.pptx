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731520"/>
            <a:ext cx="1371600" cy="1371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23560" y="960120"/>
            <a:ext cx="914400" cy="914400"/>
          </a:xfrm>
          <a:prstGeom prst="ellipse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8FAFC"/>
                </a:solidFill>
              </a:defRPr>
            </a:pPr>
            <a:r>
              <a:t>Circles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B5CF6"/>
                </a:solidFill>
              </a:defRPr>
            </a:pPr>
            <a:r>
              <a:t>Redefining Social Connection with Radical Privacy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Share what you want, ONLY with who you want.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4754880"/>
            <a:ext cx="3931920" cy="54864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🏆 SGSITS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8FAFC"/>
                </a:solidFill>
              </a:defRPr>
            </a:pPr>
            <a:r>
              <a:t>The Privacy Paradox 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45720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566160" cy="41148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>
                <a:solidFill>
                  <a:srgbClr val="F43F5E"/>
                </a:solidFill>
              </a:defRPr>
            </a:pPr>
            <a:r>
              <a:t>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43F5E"/>
                </a:solidFill>
              </a:defRPr>
            </a:pPr>
            <a:r>
              <a:t>All-or-Nothing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Current platforms force you to share with everyone or be completely invisible.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41148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9202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>
                <a:solidFill>
                  <a:srgbClr val="F43F5E"/>
                </a:solidFill>
              </a:defRPr>
            </a:pPr>
            <a:r>
              <a:t>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743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43F5E"/>
                </a:solidFill>
              </a:defRPr>
            </a:pPr>
            <a:r>
              <a:t>Context Collapse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2918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Your boss, grandma, and best friend see the same content.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45920"/>
            <a:ext cx="3566160" cy="41148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>
                <a:solidFill>
                  <a:srgbClr val="F43F5E"/>
                </a:solidFill>
              </a:defRPr>
            </a:pPr>
            <a: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743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43F5E"/>
                </a:solidFill>
              </a:defRPr>
            </a:pPr>
            <a:r>
              <a:t>Data Exploitation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2918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Users have lost control over their digital footprint.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8FAFC"/>
                </a:solidFill>
              </a:defRPr>
            </a:pPr>
            <a:r>
              <a:t>Introducing Circles 💫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45720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645920"/>
            <a:ext cx="4114800" cy="4114800"/>
          </a:xfrm>
          <a:prstGeom prst="ellipse">
            <a:avLst/>
          </a:prstGeom>
          <a:noFill/>
          <a:ln w="254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0200" y="2331720"/>
            <a:ext cx="2743200" cy="2743200"/>
          </a:xfrm>
          <a:prstGeom prst="ellipse">
            <a:avLst/>
          </a:prstGeom>
          <a:noFill/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0" y="3017520"/>
            <a:ext cx="1371600" cy="1371600"/>
          </a:xfrm>
          <a:prstGeom prst="ellipse">
            <a:avLst/>
          </a:prstGeom>
          <a:noFill/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651760" y="338328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828800"/>
            <a:ext cx="6217920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60720" y="2194560"/>
            <a:ext cx="365760" cy="3657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🔒 Inner Circle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Encrypted • Closest friends • Full trust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200400"/>
            <a:ext cx="6217920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60720" y="3566160"/>
            <a:ext cx="365760" cy="36576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🛡️ Trusted Circle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94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Friends &amp; family • Shared memories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4572000"/>
            <a:ext cx="6217920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0" y="4937760"/>
            <a:ext cx="365760" cy="36576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👥 Extended Circle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166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Acquaintances • Professional contacts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8FAFC"/>
                </a:solidFill>
              </a:defRPr>
            </a:pPr>
            <a:r>
              <a:t>Killer Features 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36576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394960" cy="2103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822960" cy="8229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</a:defRPr>
            </a:pPr>
            <a:r>
              <a:t>Privacy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Gamified metric showing how protected your digital footprint 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394960" cy="2103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0" y="1920240"/>
            <a:ext cx="822960" cy="8229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834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</a:defRPr>
            </a:pPr>
            <a:r>
              <a:t>Lite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2004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90% bandwidth reduction. Perfect for developing regions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5394960" cy="2103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822960" cy="8229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🗑️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12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</a:defRPr>
            </a:pPr>
            <a:r>
              <a:t>Right to be Forgotten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One-click delete or export. True data ownership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023360"/>
            <a:ext cx="5394960" cy="2103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4297680"/>
            <a:ext cx="8229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👁️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</a:defRPr>
            </a:pPr>
            <a:r>
              <a:t>Transparency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5778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Real-time stats on data requests. Nothing to hide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8FAFC"/>
                </a:solidFill>
              </a:defRPr>
            </a:pPr>
            <a:r>
              <a:t>Live Demo 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27432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</a:defRPr>
            </a:pPr>
            <a:r>
              <a:t>See Circles in action with our "Neon Glass" aesthetic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51760" cy="2011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3040" y="178308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8FAFC"/>
                </a:solidFill>
              </a:defRPr>
            </a:pPr>
            <a:r>
              <a:t>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Google 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011680"/>
            <a:ext cx="2651760" cy="2011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78308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8FAFC"/>
                </a:solidFill>
              </a:defRPr>
            </a:pPr>
            <a:r>
              <a:t>✍️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0175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Create 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3832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Inner Circle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011680"/>
            <a:ext cx="2651760" cy="2011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0" y="178308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8FAFC"/>
                </a:solidFill>
              </a:defRPr>
            </a:pPr>
            <a: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175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Toggle 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3832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90% savings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011680"/>
            <a:ext cx="2651760" cy="2011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41280" y="178308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8FAFC"/>
                </a:solidFill>
              </a:defRPr>
            </a:pPr>
            <a: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Privacy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3832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Check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389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B5CF6"/>
                </a:solidFill>
              </a:defRPr>
            </a:pPr>
            <a:r>
              <a:t>100+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120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Privacy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389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B5CF6"/>
                </a:solidFill>
              </a:defRPr>
            </a:pPr>
            <a: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120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Bandwidth Saved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389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B5CF6"/>
                </a:solidFill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120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Data Sold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8FAFC"/>
                </a:solidFill>
              </a:defRPr>
            </a:pPr>
            <a:r>
              <a:t>Tech Stack ⚙️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27432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</a:defRPr>
            </a:pPr>
            <a:r>
              <a:t>Built for Speed &amp;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51760" cy="3200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8FAFC"/>
                </a:solidFill>
              </a:defRPr>
            </a:pPr>
            <a:r>
              <a:t>⚛️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React + Vite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Lightning-fast Frontend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651760" cy="3200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2860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8FAFC"/>
                </a:solidFill>
              </a:defRPr>
            </a:pPr>
            <a: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291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TailwindCSS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74903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Custom Glassmorphism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11680"/>
            <a:ext cx="2651760" cy="3200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2860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8FAFC"/>
                </a:solidFill>
              </a:defRPr>
            </a:pPr>
            <a:r>
              <a:t>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91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Firebase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4903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Auth &amp; Realtime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011680"/>
            <a:ext cx="2651760" cy="3200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22860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8FAFC"/>
                </a:solidFill>
              </a:defRPr>
            </a:pPr>
            <a: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3291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Firestore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374903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Security at 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8FAFC"/>
                </a:solidFill>
              </a:defRPr>
            </a:pPr>
            <a:r>
              <a:t>Meet the Minds 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36576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38912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325880"/>
            <a:ext cx="1737360" cy="41148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</a:defRPr>
            </a:pPr>
            <a:r>
              <a:t>🏆 TEAM LEAD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2011680"/>
            <a:ext cx="1371600" cy="13716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F8FAFC"/>
                </a:solidFill>
              </a:defRPr>
            </a:pPr>
            <a: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Pratham Tagad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Lead Architect &amp; Full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Vision &amp;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4389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94960" y="2011680"/>
            <a:ext cx="1371600" cy="13716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F8FAFC"/>
                </a:solidFill>
              </a:defRPr>
            </a:pPr>
            <a:r>
              <a:t>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Karan Sachdev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Frontend &amp; UI/UX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Pixel-perfect interfaces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54480"/>
            <a:ext cx="3566160" cy="4389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35440" y="2011680"/>
            <a:ext cx="137160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F8FAFC"/>
                </a:solidFill>
              </a:defRPr>
            </a:pPr>
            <a:r>
              <a:t>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Madhav Maheshwari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Backend &amp;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Data privacy &amp; 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8FAFC"/>
                </a:solidFill>
              </a:defRPr>
            </a:pPr>
            <a:r>
              <a:t>The Future is Private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</a:defRPr>
            </a:pPr>
            <a:r>
              <a:t>Privacy isn't a feature — it's the foundation.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657600"/>
            <a:ext cx="3931920" cy="8229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t>🗳️ Vote for Circles!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Built with ❤️ at SGSITS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097280"/>
            <a:ext cx="1371600" cy="1371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23560" y="1325880"/>
            <a:ext cx="914400" cy="914400"/>
          </a:xfrm>
          <a:prstGeom prst="ellipse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8FAFC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B5CF6"/>
                </a:solidFill>
              </a:defRPr>
            </a:pPr>
            <a:r>
              <a:t>Questions? Let's Connect!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Circles — Where trust meets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